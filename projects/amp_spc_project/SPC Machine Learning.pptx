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342" r:id="rId5"/>
    <p:sldId id="365" r:id="rId6"/>
    <p:sldId id="352" r:id="rId7"/>
    <p:sldId id="348" r:id="rId8"/>
    <p:sldId id="349" r:id="rId9"/>
    <p:sldId id="354" r:id="rId10"/>
    <p:sldId id="355" r:id="rId11"/>
    <p:sldId id="356" r:id="rId12"/>
    <p:sldId id="357" r:id="rId13"/>
    <p:sldId id="358" r:id="rId14"/>
    <p:sldId id="359" r:id="rId15"/>
    <p:sldId id="360" r:id="rId16"/>
    <p:sldId id="361" r:id="rId17"/>
    <p:sldId id="353" r:id="rId18"/>
    <p:sldId id="362" r:id="rId19"/>
    <p:sldId id="363" r:id="rId20"/>
    <p:sldId id="364" r:id="rId21"/>
    <p:sldId id="350" r:id="rId22"/>
  </p:sldIdLst>
  <p:sldSz cx="12192000" cy="6858000"/>
  <p:notesSz cx="6858000" cy="9144000"/>
  <p:defaultTextStyle>
    <a:defPPr rtl="0">
      <a:defRPr lang="en-GB"/>
    </a:defPPr>
    <a:lvl1pPr marL="0" algn="l" defTabSz="914400" rtl="0" eaLnBrk="1" latinLnBrk="0" hangingPunct="1">
      <a:defRPr lang="en-GB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n-GB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n-GB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n-GB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n-GB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n-GB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n-GB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n-GB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n-GB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5646"/>
  </p:normalViewPr>
  <p:slideViewPr>
    <p:cSldViewPr snapToGrid="0" snapToObjects="1" showGuides="1">
      <p:cViewPr varScale="1">
        <p:scale>
          <a:sx n="79" d="100"/>
          <a:sy n="79" d="100"/>
        </p:scale>
        <p:origin x="72" y="31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5" d="100"/>
          <a:sy n="95" d="100"/>
        </p:scale>
        <p:origin x="366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7371277-867B-4F79-B626-5D15310F0B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0F123B-AFBA-49F9-9E86-24F100D1F1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4DC31BE2-E78D-4ABE-8EDB-4AD36DF398A3}" type="datetimeFigureOut">
              <a:rPr lang="en-GB" smtClean="0"/>
              <a:t>16/02/2024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879063-21AE-4790-85A4-50D17E2D826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9F5F78-3D9C-4E5F-A866-96C1DD86FE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463FF618-F07E-477B-AA5D-612E7A56D40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53317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n-GB" sz="1200"/>
            </a:lvl1pPr>
          </a:lstStyle>
          <a:p>
            <a:pPr rtl="0"/>
            <a:fld id="{D4B3339F-6CEA-4641-BE08-40DAFD6FCF25}" type="datetimeFigureOut">
              <a:rPr lang="en-GB" smtClean="0"/>
              <a:t>16/02/2024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n-GB"/>
            </a:def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n-GB" sz="1200"/>
            </a:lvl1pPr>
          </a:lstStyle>
          <a:p>
            <a:pPr rtl="0"/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n-GB" sz="1200"/>
            </a:lvl1pPr>
          </a:lstStyle>
          <a:p>
            <a:pPr rtl="0"/>
            <a:fld id="{DEF75CB5-5666-5049-9AE0-38EFD385C21E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n-GB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EF75CB5-5666-5049-9AE0-38EFD385C21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90903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A25D4-3D5D-0009-2707-4D920C24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BE8DE-2D0A-6D3A-8B64-224895377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64F5B-76D8-DE8F-D4C5-8AAB41AAC0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D7C3C-46AD-1E92-CFE2-EAC85645A0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EF75CB5-5666-5049-9AE0-38EFD385C21E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22660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DEF75CB5-5666-5049-9AE0-38EFD385C21E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4183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EF75CB5-5666-5049-9AE0-38EFD385C21E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8752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EF75CB5-5666-5049-9AE0-38EFD385C21E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9417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EF75CB5-5666-5049-9AE0-38EFD385C21E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396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DEF75CB5-5666-5049-9AE0-38EFD385C21E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932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ised Layout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14">
            <a:extLst>
              <a:ext uri="{FF2B5EF4-FFF2-40B4-BE49-F238E27FC236}">
                <a16:creationId xmlns:a16="http://schemas.microsoft.com/office/drawing/2014/main" id="{F6856948-14CB-159E-5A7C-80A0115641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3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7000"/>
                    </a14:imgEffect>
                  </a14:imgLayer>
                </a14:imgProps>
              </a:ext>
            </a:extLst>
          </a:blip>
          <a:srcRect t="185" b="185"/>
          <a:stretch/>
        </p:blipFill>
        <p:spPr>
          <a:xfrm>
            <a:off x="0" y="0"/>
            <a:ext cx="12192000" cy="6832599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7FFF1F47-49A0-3608-5C50-3C57415465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10901" t="2692" r="9005" b="2173"/>
          <a:stretch/>
        </p:blipFill>
        <p:spPr>
          <a:xfrm>
            <a:off x="-3" y="37"/>
            <a:ext cx="12192000" cy="68538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27164"/>
            <a:ext cx="12191998" cy="1323440"/>
          </a:xfrm>
        </p:spPr>
        <p:txBody>
          <a:bodyPr rtlCol="0">
            <a:noAutofit/>
          </a:bodyPr>
          <a:lstStyle>
            <a:lvl1pPr algn="ctr">
              <a:defRPr lang="en-GB" sz="6000" kern="1200" spc="2200" baseline="0">
                <a:solidFill>
                  <a:schemeClr val="accent5"/>
                </a:solidFill>
              </a:defRPr>
            </a:lvl1pPr>
          </a:lstStyle>
          <a:p>
            <a:pPr rtl="0"/>
            <a:r>
              <a:rPr lang="en-GB"/>
              <a:t>Click to edit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558868"/>
            <a:ext cx="12191997" cy="781119"/>
          </a:xfrm>
        </p:spPr>
        <p:txBody>
          <a:bodyPr rtlCol="0">
            <a:noAutofit/>
          </a:bodyPr>
          <a:lstStyle>
            <a:lvl1pPr marL="0" indent="0" algn="ctr">
              <a:buNone/>
              <a:defRPr lang="en-GB" sz="4000" b="0" i="0" spc="1800" baseline="0">
                <a:solidFill>
                  <a:schemeClr val="bg1"/>
                </a:solidFill>
                <a:latin typeface="Biome Light" panose="020B0303030204020804" pitchFamily="34" charset="0"/>
                <a:cs typeface="Biome Light" panose="020B0303030204020804" pitchFamily="34" charset="0"/>
              </a:defRPr>
            </a:lvl1pPr>
            <a:lvl2pPr marL="457200" indent="0" algn="ctr">
              <a:buNone/>
              <a:defRPr lang="en-GB" sz="2000"/>
            </a:lvl2pPr>
            <a:lvl3pPr marL="914400" indent="0" algn="ctr">
              <a:buNone/>
              <a:defRPr lang="en-GB" sz="1800"/>
            </a:lvl3pPr>
            <a:lvl4pPr marL="1371600" indent="0" algn="ctr">
              <a:buNone/>
              <a:defRPr lang="en-GB" sz="1600"/>
            </a:lvl4pPr>
            <a:lvl5pPr marL="1828800" indent="0" algn="ctr">
              <a:buNone/>
              <a:defRPr lang="en-GB" sz="1600"/>
            </a:lvl5pPr>
            <a:lvl6pPr marL="2286000" indent="0" algn="ctr">
              <a:buNone/>
              <a:defRPr lang="en-GB" sz="1600"/>
            </a:lvl6pPr>
            <a:lvl7pPr marL="2743200" indent="0" algn="ctr">
              <a:buNone/>
              <a:defRPr lang="en-GB" sz="1600"/>
            </a:lvl7pPr>
            <a:lvl8pPr marL="3200400" indent="0" algn="ctr">
              <a:buNone/>
              <a:defRPr lang="en-GB" sz="1600"/>
            </a:lvl8pPr>
            <a:lvl9pPr marL="3657600" indent="0" algn="ctr">
              <a:buNone/>
              <a:defRPr lang="en-GB" sz="1600"/>
            </a:lvl9pPr>
          </a:lstStyle>
          <a:p>
            <a:pPr rtl="0"/>
            <a:r>
              <a:rPr lang="en-GB"/>
              <a:t>Click to edit subtitle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07BA9FA4-8138-9E88-1DA3-FE01F56721B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5532550"/>
            <a:ext cx="12192000" cy="1323440"/>
          </a:xfrm>
          <a:solidFill>
            <a:schemeClr val="tx1">
              <a:alpha val="61961"/>
            </a:schemeClr>
          </a:solidFill>
        </p:spPr>
        <p:txBody>
          <a:bodyPr lIns="0" tIns="0" rIns="0" bIns="0" rtlCol="0" anchor="ctr" anchorCtr="0">
            <a:noAutofit/>
          </a:bodyPr>
          <a:lstStyle>
            <a:lvl1pPr marL="0" indent="0" algn="ctr">
              <a:lnSpc>
                <a:spcPct val="60000"/>
              </a:lnSpc>
              <a:buNone/>
              <a:defRPr lang="en-GB" sz="2000" b="0" i="0" spc="3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 rtl="0"/>
            <a:r>
              <a:rPr lang="en-GB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BD0D7128-6130-EE47-90ED-D45A35B438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3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7000"/>
                    </a14:imgEffect>
                  </a14:imgLayer>
                </a14:imgProps>
              </a:ext>
            </a:extLst>
          </a:blip>
          <a:srcRect t="185" b="185"/>
          <a:stretch/>
        </p:blipFill>
        <p:spPr>
          <a:xfrm>
            <a:off x="-6228" y="3074"/>
            <a:ext cx="12192000" cy="6854926"/>
          </a:xfrm>
          <a:prstGeom prst="rect">
            <a:avLst/>
          </a:prstGeom>
        </p:spPr>
      </p:pic>
      <p:pic>
        <p:nvPicPr>
          <p:cNvPr id="6" name="Content Placeholder 14">
            <a:extLst>
              <a:ext uri="{FF2B5EF4-FFF2-40B4-BE49-F238E27FC236}">
                <a16:creationId xmlns:a16="http://schemas.microsoft.com/office/drawing/2014/main" id="{14AC0A97-7D79-3DBE-FB53-A9EBFD806E0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151" t="2692" r="49052" b="2173"/>
          <a:stretch/>
        </p:blipFill>
        <p:spPr>
          <a:xfrm>
            <a:off x="4455845" y="-6350"/>
            <a:ext cx="7732295" cy="68538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5F19E97-D266-0158-DB58-8B80C6AE8445}"/>
              </a:ext>
            </a:extLst>
          </p:cNvPr>
          <p:cNvSpPr/>
          <p:nvPr userDrawn="1"/>
        </p:nvSpPr>
        <p:spPr>
          <a:xfrm>
            <a:off x="-1" y="0"/>
            <a:ext cx="8784040" cy="685915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3661" y="1052108"/>
            <a:ext cx="6910627" cy="1164882"/>
          </a:xfrm>
        </p:spPr>
        <p:txBody>
          <a:bodyPr rtlCol="0" anchor="b">
            <a:noAutofit/>
          </a:bodyPr>
          <a:lstStyle>
            <a:defPPr>
              <a:defRPr lang="en-GB"/>
            </a:defPPr>
          </a:lstStyle>
          <a:p>
            <a:pPr rtl="0"/>
            <a:r>
              <a:rPr lang="en-GB"/>
              <a:t>Click to edit title style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AEE2076-2104-00E8-4FC5-D2D1939662A8}"/>
              </a:ext>
            </a:extLst>
          </p:cNvPr>
          <p:cNvSpPr/>
          <p:nvPr userDrawn="1"/>
        </p:nvSpPr>
        <p:spPr>
          <a:xfrm>
            <a:off x="1876516" y="842493"/>
            <a:ext cx="144379" cy="144379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  <a:alpha val="4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EA78E-CF91-A313-1EA3-1B737189BE6A}"/>
              </a:ext>
            </a:extLst>
          </p:cNvPr>
          <p:cNvSpPr/>
          <p:nvPr userDrawn="1"/>
        </p:nvSpPr>
        <p:spPr>
          <a:xfrm>
            <a:off x="3272500" y="5713197"/>
            <a:ext cx="144379" cy="144379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  <a:alpha val="4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BC4BAB7B-AB4F-FB57-387C-7A8618043E21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025623" y="2530837"/>
            <a:ext cx="6888665" cy="961087"/>
          </a:xfrm>
        </p:spPr>
        <p:txBody>
          <a:bodyPr rtlCol="0">
            <a:noAutofit/>
          </a:bodyPr>
          <a:lstStyle>
            <a:lvl1pPr>
              <a:lnSpc>
                <a:spcPct val="140000"/>
              </a:lnSpc>
              <a:defRPr lang="en-GB" sz="2000"/>
            </a:lvl1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7512376E-E81C-EEBC-A5F9-53785637088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25624" y="3617963"/>
            <a:ext cx="6888665" cy="2241805"/>
          </a:xfrm>
        </p:spPr>
        <p:txBody>
          <a:bodyPr rtlCol="0" anchor="t">
            <a:noAutofit/>
          </a:bodyPr>
          <a:lstStyle>
            <a:lvl1pPr marL="285750" marR="0" indent="-28575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Tx/>
              <a:buFont typeface="Arial" panose="020B0604020202020204" pitchFamily="34" charset="0"/>
              <a:buChar char="•"/>
              <a:tabLst/>
              <a:defRPr lang="en-GB" sz="1600">
                <a:solidFill>
                  <a:schemeClr val="bg1"/>
                </a:solidFill>
                <a:latin typeface="+mn-lt"/>
                <a:cs typeface="Biome" panose="020B0503030204020804" pitchFamily="34" charset="0"/>
              </a:defRPr>
            </a:lvl1pPr>
          </a:lstStyle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Tx/>
              <a:tabLst/>
              <a:defRPr lang="en-GB"/>
            </a:pPr>
            <a:r>
              <a:rPr lang="en-GB">
                <a:solidFill>
                  <a:schemeClr val="bg1"/>
                </a:solidFill>
              </a:rPr>
              <a:t>Click to edit master text style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Tx/>
              <a:tabLst/>
              <a:defRPr lang="en-GB"/>
            </a:pPr>
            <a:r>
              <a:rPr lang="en-GB">
                <a:solidFill>
                  <a:schemeClr val="bg1"/>
                </a:solidFill>
              </a:rPr>
              <a:t>Click to edit master text style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Tx/>
              <a:buFont typeface="Arial" panose="020B0604020202020204" pitchFamily="34" charset="0"/>
              <a:buChar char="•"/>
              <a:tabLst/>
              <a:defRPr lang="en-GB"/>
            </a:pPr>
            <a:r>
              <a:rPr lang="en-GB">
                <a:solidFill>
                  <a:schemeClr val="bg1"/>
                </a:solidFill>
              </a:rPr>
              <a:t>Click to edit master text style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Tx/>
              <a:tabLst/>
              <a:defRPr lang="en-GB"/>
            </a:pPr>
            <a:endParaRPr lang="en-GB" dirty="0">
              <a:solidFill>
                <a:schemeClr val="bg1"/>
              </a:solidFill>
            </a:endParaRPr>
          </a:p>
          <a:p>
            <a:pPr rtl="0"/>
            <a:endParaRPr lang="en-GB" dirty="0">
              <a:solidFill>
                <a:schemeClr val="bg1"/>
              </a:solidFill>
            </a:endParaRPr>
          </a:p>
          <a:p>
            <a:pPr rtl="0"/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67E9B3C-3EC9-30D0-6EEC-FFD2F1067447}"/>
              </a:ext>
            </a:extLst>
          </p:cNvPr>
          <p:cNvCxnSpPr>
            <a:cxnSpLocks/>
          </p:cNvCxnSpPr>
          <p:nvPr userDrawn="1"/>
        </p:nvCxnSpPr>
        <p:spPr>
          <a:xfrm>
            <a:off x="-12590" y="2359726"/>
            <a:ext cx="532008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CB971EAC-E57B-EF86-ED6F-AE35987CD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en-GB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A0ED8DF-4F9C-BDFE-68ED-49B03A544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en-GB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Graphic 12">
            <a:extLst>
              <a:ext uri="{FF2B5EF4-FFF2-40B4-BE49-F238E27FC236}">
                <a16:creationId xmlns:a16="http://schemas.microsoft.com/office/drawing/2014/main" id="{44BC0460-E5E3-23E3-6335-36CF4BEB87F3}"/>
              </a:ext>
            </a:extLst>
          </p:cNvPr>
          <p:cNvSpPr/>
          <p:nvPr userDrawn="1"/>
        </p:nvSpPr>
        <p:spPr>
          <a:xfrm>
            <a:off x="2360199" y="596691"/>
            <a:ext cx="100584" cy="100584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662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E699CB90-DCF5-D9AC-0A86-1E02CB3418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8000"/>
          </a:blip>
          <a:srcRect/>
          <a:stretch/>
        </p:blipFill>
        <p:spPr>
          <a:xfrm>
            <a:off x="0" y="11089"/>
            <a:ext cx="12192000" cy="6858000"/>
          </a:xfrm>
          <a:prstGeom prst="rect">
            <a:avLst/>
          </a:prstGeom>
          <a:effectLst>
            <a:outerShdw blurRad="50800" dist="50800" sx="1000" sy="1000" algn="ctr" rotWithShape="0">
              <a:srgbClr val="000000"/>
            </a:outerShdw>
            <a:reflection endPos="0" dist="50800" dir="5400000" sy="-100000" algn="bl" rotWithShape="0"/>
          </a:effectLst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0ADD8375-FF36-FC51-FBBD-A4EBCE6D932A}"/>
              </a:ext>
            </a:extLst>
          </p:cNvPr>
          <p:cNvSpPr/>
          <p:nvPr userDrawn="1"/>
        </p:nvSpPr>
        <p:spPr>
          <a:xfrm>
            <a:off x="322118" y="365124"/>
            <a:ext cx="11547765" cy="6237287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365125"/>
            <a:ext cx="10515601" cy="1325563"/>
          </a:xfrm>
        </p:spPr>
        <p:txBody>
          <a:bodyPr rtlCol="0">
            <a:noAutofit/>
          </a:bodyPr>
          <a:lstStyle>
            <a:lvl1pPr algn="ctr">
              <a:defRPr lang="en-GB" spc="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70A684CF-D752-D358-B0D4-0DA2FFB2C78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709530" y="2220319"/>
            <a:ext cx="8845828" cy="929026"/>
          </a:xfrm>
        </p:spPr>
        <p:txBody>
          <a:bodyPr rtlCol="0" anchor="t">
            <a:noAutofit/>
          </a:bodyPr>
          <a:lstStyle>
            <a:lvl1pPr marL="0" indent="0" algn="ctr">
              <a:lnSpc>
                <a:spcPct val="140000"/>
              </a:lnSpc>
              <a:buFontTx/>
              <a:buNone/>
              <a:defRPr lang="en-GB"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r>
              <a:rPr lang="en-GB">
                <a:solidFill>
                  <a:schemeClr val="bg1"/>
                </a:solidFill>
              </a:rPr>
              <a:t>Click to edit master text style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9C04702-97CE-9583-8282-DF8500E5ABEF}"/>
              </a:ext>
            </a:extLst>
          </p:cNvPr>
          <p:cNvCxnSpPr>
            <a:cxnSpLocks/>
          </p:cNvCxnSpPr>
          <p:nvPr userDrawn="1"/>
        </p:nvCxnSpPr>
        <p:spPr>
          <a:xfrm>
            <a:off x="4451205" y="3330985"/>
            <a:ext cx="0" cy="1774795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439E47-02A2-4A4F-1E4A-5DF22C90533A}"/>
              </a:ext>
            </a:extLst>
          </p:cNvPr>
          <p:cNvCxnSpPr>
            <a:cxnSpLocks/>
          </p:cNvCxnSpPr>
          <p:nvPr userDrawn="1"/>
        </p:nvCxnSpPr>
        <p:spPr>
          <a:xfrm>
            <a:off x="7756108" y="3330985"/>
            <a:ext cx="0" cy="1774795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1ABCF599-DE3A-3924-1B55-8986557F7D6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557437" y="3360802"/>
            <a:ext cx="2522391" cy="1721355"/>
          </a:xfrm>
        </p:spPr>
        <p:txBody>
          <a:bodyPr rtlCol="0" anchor="ctr">
            <a:noAutofit/>
          </a:bodyPr>
          <a:lstStyle>
            <a:lvl1pPr algn="ctr">
              <a:defRPr lang="en-GB" sz="2000"/>
            </a:lvl1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95711A8B-0B07-4705-5569-EA1C5E3964C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800601" y="3358082"/>
            <a:ext cx="2587137" cy="1721355"/>
          </a:xfrm>
        </p:spPr>
        <p:txBody>
          <a:bodyPr rtlCol="0" anchor="ctr">
            <a:noAutofit/>
          </a:bodyPr>
          <a:lstStyle>
            <a:lvl1pPr algn="ctr">
              <a:defRPr lang="en-GB" sz="2000"/>
            </a:lvl1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18BA5EC5-6267-42DB-3068-781F4FBA3354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125381" y="3360802"/>
            <a:ext cx="2587137" cy="1721355"/>
          </a:xfrm>
        </p:spPr>
        <p:txBody>
          <a:bodyPr rtlCol="0" anchor="ctr">
            <a:noAutofit/>
          </a:bodyPr>
          <a:lstStyle>
            <a:lvl1pPr algn="ctr">
              <a:defRPr lang="en-GB" sz="2000"/>
            </a:lvl1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2E394DBB-1E16-C49F-3143-1C827302D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en-GB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CE982166-168E-4452-AD77-7BDE30E28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en-GB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33860DCC-9F93-1344-72B0-356F9A045A3A}"/>
              </a:ext>
            </a:extLst>
          </p:cNvPr>
          <p:cNvSpPr/>
          <p:nvPr userDrawn="1"/>
        </p:nvSpPr>
        <p:spPr>
          <a:xfrm>
            <a:off x="873270" y="3931194"/>
            <a:ext cx="45719" cy="3778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5" name="Graphic 15">
            <a:extLst>
              <a:ext uri="{FF2B5EF4-FFF2-40B4-BE49-F238E27FC236}">
                <a16:creationId xmlns:a16="http://schemas.microsoft.com/office/drawing/2014/main" id="{1ABE433E-FA5E-3262-5CAB-46DED868AF63}"/>
              </a:ext>
            </a:extLst>
          </p:cNvPr>
          <p:cNvSpPr/>
          <p:nvPr userDrawn="1"/>
        </p:nvSpPr>
        <p:spPr>
          <a:xfrm>
            <a:off x="10658835" y="2022227"/>
            <a:ext cx="128016" cy="128016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610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6" name="Graphic 15">
            <a:extLst>
              <a:ext uri="{FF2B5EF4-FFF2-40B4-BE49-F238E27FC236}">
                <a16:creationId xmlns:a16="http://schemas.microsoft.com/office/drawing/2014/main" id="{67D7C421-15EE-D350-36FE-97825F63A2BA}"/>
              </a:ext>
            </a:extLst>
          </p:cNvPr>
          <p:cNvSpPr/>
          <p:nvPr userDrawn="1"/>
        </p:nvSpPr>
        <p:spPr>
          <a:xfrm>
            <a:off x="8496299" y="5218771"/>
            <a:ext cx="128016" cy="128016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610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390304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1E869C67-E833-BD41-7743-D6450600B9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9000"/>
          </a:blip>
          <a:srcRect l="30375" t="11383" b="18991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effectLst>
            <a:outerShdw blurRad="50800" dist="50800" sx="1000" sy="1000" algn="ctr" rotWithShape="0">
              <a:srgbClr val="000000"/>
            </a:outerShdw>
            <a:reflection endPos="0" dist="50800" dir="5400000" sy="-100000" algn="bl" rotWithShape="0"/>
          </a:effectLst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B5F27405-A048-8186-4834-FCBC24391D91}"/>
              </a:ext>
            </a:extLst>
          </p:cNvPr>
          <p:cNvSpPr/>
          <p:nvPr userDrawn="1"/>
        </p:nvSpPr>
        <p:spPr>
          <a:xfrm>
            <a:off x="532" y="11284"/>
            <a:ext cx="12192000" cy="6845323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370" y="365125"/>
            <a:ext cx="10515601" cy="1325563"/>
          </a:xfrm>
        </p:spPr>
        <p:txBody>
          <a:bodyPr rtlCol="0">
            <a:noAutofit/>
          </a:bodyPr>
          <a:lstStyle>
            <a:lvl1pPr algn="ctr">
              <a:defRPr lang="en-GB" spc="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38" name="Text Placeholder 19">
            <a:extLst>
              <a:ext uri="{FF2B5EF4-FFF2-40B4-BE49-F238E27FC236}">
                <a16:creationId xmlns:a16="http://schemas.microsoft.com/office/drawing/2014/main" id="{416EC7F6-3F25-98AA-EA20-A759C49841A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28739" y="2714455"/>
            <a:ext cx="3953594" cy="509671"/>
          </a:xfrm>
        </p:spPr>
        <p:txBody>
          <a:bodyPr rtlCol="0" anchor="ctr">
            <a:noAutofit/>
          </a:bodyPr>
          <a:lstStyle>
            <a:lvl1pPr>
              <a:defRPr lang="en-GB" sz="2000" spc="300"/>
            </a:lvl1pPr>
          </a:lstStyle>
          <a:p>
            <a:pPr lvl="0" rtl="0"/>
            <a:r>
              <a:rPr lang="en-GB"/>
              <a:t>Click to edit text</a:t>
            </a:r>
          </a:p>
        </p:txBody>
      </p:sp>
      <p:sp>
        <p:nvSpPr>
          <p:cNvPr id="40" name="Text Placeholder 19">
            <a:extLst>
              <a:ext uri="{FF2B5EF4-FFF2-40B4-BE49-F238E27FC236}">
                <a16:creationId xmlns:a16="http://schemas.microsoft.com/office/drawing/2014/main" id="{59A4D373-2403-6A05-1927-144387611C2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966224" y="2700810"/>
            <a:ext cx="3911982" cy="523316"/>
          </a:xfrm>
        </p:spPr>
        <p:txBody>
          <a:bodyPr rtlCol="0" anchor="ctr">
            <a:noAutofit/>
          </a:bodyPr>
          <a:lstStyle>
            <a:lvl1pPr>
              <a:defRPr lang="en-GB" sz="2000" spc="300"/>
            </a:lvl1pPr>
          </a:lstStyle>
          <a:p>
            <a:pPr lvl="0" rtl="0"/>
            <a:r>
              <a:rPr lang="en-GB"/>
              <a:t>Click to edit text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1864931" y="3448050"/>
            <a:ext cx="3911982" cy="2307568"/>
          </a:xfrm>
        </p:spPr>
        <p:txBody>
          <a:bodyPr rtlCol="0"/>
          <a:lstStyle>
            <a:lvl1pPr marL="283464" indent="-283464">
              <a:buClr>
                <a:schemeClr val="accent6"/>
              </a:buClr>
              <a:buFont typeface="Arial" panose="020B0604020202020204" pitchFamily="34" charset="0"/>
              <a:buChar char="•"/>
              <a:defRPr lang="en-GB" sz="1600" spc="20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defRPr lang="en-GB" sz="1600"/>
            </a:lvl2pPr>
            <a:lvl3pPr marL="859536" indent="-283464">
              <a:defRPr lang="en-GB" sz="1600"/>
            </a:lvl3pPr>
            <a:lvl4pPr marL="1152144">
              <a:defRPr lang="en-GB" sz="1600"/>
            </a:lvl4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6966224" y="3448050"/>
            <a:ext cx="3911982" cy="2307568"/>
          </a:xfrm>
        </p:spPr>
        <p:txBody>
          <a:bodyPr rtlCol="0"/>
          <a:lstStyle>
            <a:lvl1pPr marL="283464" indent="-283464">
              <a:buClr>
                <a:schemeClr val="accent6"/>
              </a:buClr>
              <a:buFont typeface="Arial" panose="020B0604020202020204" pitchFamily="34" charset="0"/>
              <a:buChar char="•"/>
              <a:defRPr lang="en-GB" sz="1600" spc="20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defRPr lang="en-GB" sz="1600"/>
            </a:lvl2pPr>
            <a:lvl3pPr marL="859536" indent="-283464">
              <a:defRPr lang="en-GB" sz="1600"/>
            </a:lvl3pPr>
            <a:lvl4pPr marL="1152144">
              <a:defRPr lang="en-GB" sz="1600"/>
            </a:lvl4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</p:txBody>
      </p:sp>
      <p:sp>
        <p:nvSpPr>
          <p:cNvPr id="41" name="Graphic 15">
            <a:extLst>
              <a:ext uri="{FF2B5EF4-FFF2-40B4-BE49-F238E27FC236}">
                <a16:creationId xmlns:a16="http://schemas.microsoft.com/office/drawing/2014/main" id="{FFDFB3E1-7148-2A79-2224-9A66EE89CDB3}"/>
              </a:ext>
            </a:extLst>
          </p:cNvPr>
          <p:cNvSpPr/>
          <p:nvPr userDrawn="1"/>
        </p:nvSpPr>
        <p:spPr>
          <a:xfrm>
            <a:off x="10521648" y="5608449"/>
            <a:ext cx="128016" cy="128016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610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4D2D79B7-4A68-FA5E-D644-77D4216A8149}"/>
              </a:ext>
            </a:extLst>
          </p:cNvPr>
          <p:cNvSpPr/>
          <p:nvPr userDrawn="1"/>
        </p:nvSpPr>
        <p:spPr>
          <a:xfrm>
            <a:off x="1098137" y="2693558"/>
            <a:ext cx="128016" cy="128016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610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44" name="Graphic 12">
            <a:extLst>
              <a:ext uri="{FF2B5EF4-FFF2-40B4-BE49-F238E27FC236}">
                <a16:creationId xmlns:a16="http://schemas.microsoft.com/office/drawing/2014/main" id="{09257FA7-91DE-7D44-90E4-63C9DFA962D4}"/>
              </a:ext>
            </a:extLst>
          </p:cNvPr>
          <p:cNvSpPr/>
          <p:nvPr userDrawn="1"/>
        </p:nvSpPr>
        <p:spPr>
          <a:xfrm>
            <a:off x="1306906" y="3837599"/>
            <a:ext cx="100584" cy="100584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en-GB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en-GB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8" name="Graphic 12">
            <a:extLst>
              <a:ext uri="{FF2B5EF4-FFF2-40B4-BE49-F238E27FC236}">
                <a16:creationId xmlns:a16="http://schemas.microsoft.com/office/drawing/2014/main" id="{4B7933AC-77F8-5A1E-9F12-CD7683B26868}"/>
              </a:ext>
            </a:extLst>
          </p:cNvPr>
          <p:cNvSpPr/>
          <p:nvPr userDrawn="1"/>
        </p:nvSpPr>
        <p:spPr>
          <a:xfrm>
            <a:off x="653351" y="4521502"/>
            <a:ext cx="45719" cy="3778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 flip="none" rotWithShape="1">
          <a:gsLst>
            <a:gs pos="0">
              <a:schemeClr val="accent4">
                <a:lumMod val="50000"/>
              </a:schemeClr>
            </a:gs>
            <a:gs pos="28000">
              <a:schemeClr val="tx1"/>
            </a:gs>
            <a:gs pos="80000">
              <a:schemeClr val="accent6">
                <a:lumMod val="50000"/>
              </a:schemeClr>
            </a:gs>
            <a:gs pos="99000">
              <a:schemeClr val="tx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DE0BA61-3394-C68B-D34A-99473398C4D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1774B0-5C6F-338C-838B-03C1E04D0C9B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849351" y="1683189"/>
            <a:ext cx="10493300" cy="5174811"/>
          </a:xfrm>
          <a:solidFill>
            <a:schemeClr val="bg2"/>
          </a:solidFill>
        </p:spPr>
        <p:txBody>
          <a:bodyPr rtlCol="0">
            <a:noAutofit/>
          </a:bodyPr>
          <a:lstStyle>
            <a:defPPr>
              <a:defRPr lang="en-GB"/>
            </a:def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3A8728-F1AB-C74B-A3F2-19AC95C54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351" y="365125"/>
            <a:ext cx="10515600" cy="1325563"/>
          </a:xfrm>
        </p:spPr>
        <p:txBody>
          <a:bodyPr rtlCol="0">
            <a:noAutofit/>
          </a:bodyPr>
          <a:lstStyle>
            <a:lvl1pPr algn="ctr">
              <a:defRPr lang="en-GB" spc="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11" name="Graphic 15">
            <a:extLst>
              <a:ext uri="{FF2B5EF4-FFF2-40B4-BE49-F238E27FC236}">
                <a16:creationId xmlns:a16="http://schemas.microsoft.com/office/drawing/2014/main" id="{7FDD546F-3181-A2C4-3ECF-1E4540E1E8FD}"/>
              </a:ext>
            </a:extLst>
          </p:cNvPr>
          <p:cNvSpPr/>
          <p:nvPr userDrawn="1"/>
        </p:nvSpPr>
        <p:spPr>
          <a:xfrm>
            <a:off x="894937" y="2693558"/>
            <a:ext cx="128016" cy="128016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610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3" name="Graphic 12">
            <a:extLst>
              <a:ext uri="{FF2B5EF4-FFF2-40B4-BE49-F238E27FC236}">
                <a16:creationId xmlns:a16="http://schemas.microsoft.com/office/drawing/2014/main" id="{97F35EB9-5535-DCD3-2424-B71C26EAE49D}"/>
              </a:ext>
            </a:extLst>
          </p:cNvPr>
          <p:cNvSpPr/>
          <p:nvPr userDrawn="1"/>
        </p:nvSpPr>
        <p:spPr>
          <a:xfrm>
            <a:off x="351350" y="4503806"/>
            <a:ext cx="100584" cy="100584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588D46B-94A1-1F67-DBB5-DCEAA4A41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en-GB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B30F573-4108-8909-3C0A-D2447A109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en-GB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Graphic 12">
            <a:extLst>
              <a:ext uri="{FF2B5EF4-FFF2-40B4-BE49-F238E27FC236}">
                <a16:creationId xmlns:a16="http://schemas.microsoft.com/office/drawing/2014/main" id="{3EDBAD98-791B-7F40-4F48-85CFC9ECABBE}"/>
              </a:ext>
            </a:extLst>
          </p:cNvPr>
          <p:cNvSpPr/>
          <p:nvPr userDrawn="1"/>
        </p:nvSpPr>
        <p:spPr>
          <a:xfrm>
            <a:off x="653351" y="5192833"/>
            <a:ext cx="45719" cy="3778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9" name="Graphic 12">
            <a:extLst>
              <a:ext uri="{FF2B5EF4-FFF2-40B4-BE49-F238E27FC236}">
                <a16:creationId xmlns:a16="http://schemas.microsoft.com/office/drawing/2014/main" id="{E3D81F90-4EAE-8C26-A885-E7B59E49164A}"/>
              </a:ext>
            </a:extLst>
          </p:cNvPr>
          <p:cNvSpPr/>
          <p:nvPr userDrawn="1"/>
        </p:nvSpPr>
        <p:spPr>
          <a:xfrm>
            <a:off x="10979909" y="1571885"/>
            <a:ext cx="45719" cy="3778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4191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gradFill flip="none" rotWithShape="1">
          <a:gsLst>
            <a:gs pos="0">
              <a:schemeClr val="accent4">
                <a:lumMod val="50000"/>
              </a:schemeClr>
            </a:gs>
            <a:gs pos="28000">
              <a:schemeClr val="tx1"/>
            </a:gs>
            <a:gs pos="80000">
              <a:schemeClr val="accent6">
                <a:lumMod val="50000"/>
              </a:schemeClr>
            </a:gs>
            <a:gs pos="99000">
              <a:schemeClr val="tx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DE0BA61-3394-C68B-D34A-99473398C4D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F5DF7BD-C87C-3543-83E0-89618195836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49349" y="1684777"/>
            <a:ext cx="10515601" cy="5171635"/>
          </a:xfrm>
          <a:solidFill>
            <a:schemeClr val="bg2"/>
          </a:solidFill>
        </p:spPr>
        <p:txBody>
          <a:bodyPr rtlCol="0" anchor="ctr">
            <a:noAutofit/>
          </a:bodyPr>
          <a:lstStyle>
            <a:lvl1pPr algn="ctr" rtl="0" fontAlgn="base">
              <a:defRPr lang="en-GB" sz="1800" b="0" i="0" smtClean="0">
                <a:solidFill>
                  <a:schemeClr val="bg1"/>
                </a:solidFill>
                <a:effectLst/>
                <a:latin typeface="Arial Nova" panose="020B0504020202020204" pitchFamily="34" charset="0"/>
                <a:cs typeface="Arial" panose="020B0604020202020204" pitchFamily="34" charset="0"/>
              </a:defRPr>
            </a:lvl1pPr>
          </a:lstStyle>
          <a:p>
            <a:pPr rtl="0" fontAlgn="base"/>
            <a:r>
              <a:rPr lang="en-GB" b="0" i="0">
                <a:solidFill>
                  <a:srgbClr val="201F1E"/>
                </a:solidFill>
                <a:effectLst/>
                <a:latin typeface="Calibri" panose="020F0502020204030204" pitchFamily="34" charset="0"/>
              </a:rPr>
              <a:t>Click to insert image or graphic here</a:t>
            </a:r>
            <a:endParaRPr lang="en-GB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3A8728-F1AB-C74B-A3F2-19AC95C54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351" y="365125"/>
            <a:ext cx="10515600" cy="1325563"/>
          </a:xfrm>
        </p:spPr>
        <p:txBody>
          <a:bodyPr rtlCol="0">
            <a:noAutofit/>
          </a:bodyPr>
          <a:lstStyle>
            <a:lvl1pPr algn="ctr">
              <a:defRPr lang="en-GB" spc="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11" name="Graphic 15">
            <a:extLst>
              <a:ext uri="{FF2B5EF4-FFF2-40B4-BE49-F238E27FC236}">
                <a16:creationId xmlns:a16="http://schemas.microsoft.com/office/drawing/2014/main" id="{7FDD546F-3181-A2C4-3ECF-1E4540E1E8FD}"/>
              </a:ext>
            </a:extLst>
          </p:cNvPr>
          <p:cNvSpPr/>
          <p:nvPr userDrawn="1"/>
        </p:nvSpPr>
        <p:spPr>
          <a:xfrm>
            <a:off x="871787" y="621690"/>
            <a:ext cx="128016" cy="128016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610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3" name="Graphic 12">
            <a:extLst>
              <a:ext uri="{FF2B5EF4-FFF2-40B4-BE49-F238E27FC236}">
                <a16:creationId xmlns:a16="http://schemas.microsoft.com/office/drawing/2014/main" id="{97F35EB9-5535-DCD3-2424-B71C26EAE49D}"/>
              </a:ext>
            </a:extLst>
          </p:cNvPr>
          <p:cNvSpPr/>
          <p:nvPr userDrawn="1"/>
        </p:nvSpPr>
        <p:spPr>
          <a:xfrm>
            <a:off x="351350" y="1540687"/>
            <a:ext cx="100584" cy="100584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588D46B-94A1-1F67-DBB5-DCEAA4A41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en-GB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B30F573-4108-8909-3C0A-D2447A109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en-GB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Graphic 12">
            <a:extLst>
              <a:ext uri="{FF2B5EF4-FFF2-40B4-BE49-F238E27FC236}">
                <a16:creationId xmlns:a16="http://schemas.microsoft.com/office/drawing/2014/main" id="{3EDBAD98-791B-7F40-4F48-85CFC9ECABBE}"/>
              </a:ext>
            </a:extLst>
          </p:cNvPr>
          <p:cNvSpPr/>
          <p:nvPr userDrawn="1"/>
        </p:nvSpPr>
        <p:spPr>
          <a:xfrm>
            <a:off x="607054" y="1882473"/>
            <a:ext cx="45719" cy="3778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9" name="Graphic 12">
            <a:extLst>
              <a:ext uri="{FF2B5EF4-FFF2-40B4-BE49-F238E27FC236}">
                <a16:creationId xmlns:a16="http://schemas.microsoft.com/office/drawing/2014/main" id="{E3D81F90-4EAE-8C26-A885-E7B59E49164A}"/>
              </a:ext>
            </a:extLst>
          </p:cNvPr>
          <p:cNvSpPr/>
          <p:nvPr userDrawn="1"/>
        </p:nvSpPr>
        <p:spPr>
          <a:xfrm>
            <a:off x="11685964" y="2868248"/>
            <a:ext cx="45719" cy="3778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07461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bg>
      <p:bgPr>
        <a:gradFill>
          <a:gsLst>
            <a:gs pos="79986">
              <a:schemeClr val="accent6">
                <a:lumMod val="50000"/>
              </a:schemeClr>
            </a:gs>
            <a:gs pos="39018">
              <a:srgbClr val="020C12"/>
            </a:gs>
            <a:gs pos="15000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7E44934-AEEA-561B-0ADE-A0E419F72E34}"/>
              </a:ext>
            </a:extLst>
          </p:cNvPr>
          <p:cNvSpPr/>
          <p:nvPr userDrawn="1"/>
        </p:nvSpPr>
        <p:spPr>
          <a:xfrm>
            <a:off x="0" y="4477"/>
            <a:ext cx="12192000" cy="6853523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87731F-00C5-9B08-2819-491BDD0E1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Autofit/>
          </a:bodyPr>
          <a:lstStyle>
            <a:lvl1pPr algn="ctr">
              <a:defRPr lang="en-GB" spc="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476BD1A-F3CD-7831-B675-4B30DB13BBB4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38200" y="2234612"/>
            <a:ext cx="2743200" cy="2743200"/>
          </a:xfrm>
          <a:solidFill>
            <a:schemeClr val="bg2"/>
          </a:solidFill>
        </p:spPr>
        <p:txBody>
          <a:bodyPr rtlCol="0">
            <a:noAutofit/>
          </a:bodyPr>
          <a:lstStyle>
            <a:lvl1pPr>
              <a:defRPr lang="en-GB" sz="1800"/>
            </a:lvl1pPr>
            <a:lvl2pPr>
              <a:defRPr lang="en-GB" sz="1600"/>
            </a:lvl2pPr>
            <a:lvl3pPr>
              <a:defRPr lang="en-GB" sz="1400"/>
            </a:lvl3pPr>
            <a:lvl4pPr>
              <a:defRPr lang="en-GB" sz="1200"/>
            </a:lvl4pPr>
            <a:lvl5pPr>
              <a:defRPr lang="en-GB" sz="1200"/>
            </a:lvl5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00056BB6-6681-5F18-0707-36FF788E8B7D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649398" y="1743093"/>
            <a:ext cx="4848110" cy="3833614"/>
          </a:xfrm>
          <a:solidFill>
            <a:schemeClr val="bg2"/>
          </a:solidFill>
        </p:spPr>
        <p:txBody>
          <a:bodyPr rtlCol="0">
            <a:noAutofit/>
          </a:bodyPr>
          <a:lstStyle>
            <a:lvl1pPr>
              <a:defRPr lang="en-GB" sz="1800"/>
            </a:lvl1pPr>
            <a:lvl2pPr>
              <a:defRPr lang="en-GB" sz="1600"/>
            </a:lvl2pPr>
            <a:lvl3pPr>
              <a:defRPr lang="en-GB" sz="1400"/>
            </a:lvl3pPr>
            <a:lvl4pPr>
              <a:defRPr lang="en-GB" sz="1200"/>
            </a:lvl4pPr>
            <a:lvl5pPr>
              <a:defRPr lang="en-GB" sz="1200"/>
            </a:lvl5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DA861960-A20F-381C-EC4B-C2A0F840B4C9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8554054" y="2234612"/>
            <a:ext cx="2743200" cy="2735210"/>
          </a:xfrm>
          <a:solidFill>
            <a:schemeClr val="bg2"/>
          </a:solidFill>
        </p:spPr>
        <p:txBody>
          <a:bodyPr rtlCol="0">
            <a:noAutofit/>
          </a:bodyPr>
          <a:lstStyle>
            <a:lvl1pPr>
              <a:defRPr lang="en-GB" sz="1800"/>
            </a:lvl1pPr>
            <a:lvl2pPr>
              <a:defRPr lang="en-GB" sz="1600"/>
            </a:lvl2pPr>
            <a:lvl3pPr>
              <a:defRPr lang="en-GB" sz="1400"/>
            </a:lvl3pPr>
            <a:lvl4pPr>
              <a:defRPr lang="en-GB" sz="1200"/>
            </a:lvl4pPr>
            <a:lvl5pPr>
              <a:defRPr lang="en-GB" sz="1200"/>
            </a:lvl5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584954C9-4281-0277-452A-6BD47D8FAF3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8200" y="5576707"/>
            <a:ext cx="10515600" cy="613963"/>
          </a:xfr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FontTx/>
              <a:buNone/>
              <a:defRPr lang="en-GB" sz="1600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pPr rtl="0"/>
            <a:r>
              <a:rPr lang="en-GB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24" name="Graphic 12">
            <a:extLst>
              <a:ext uri="{FF2B5EF4-FFF2-40B4-BE49-F238E27FC236}">
                <a16:creationId xmlns:a16="http://schemas.microsoft.com/office/drawing/2014/main" id="{19D5DAAF-67AD-0ADB-6FC2-7D9A92AE0BD0}"/>
              </a:ext>
            </a:extLst>
          </p:cNvPr>
          <p:cNvSpPr/>
          <p:nvPr userDrawn="1"/>
        </p:nvSpPr>
        <p:spPr>
          <a:xfrm>
            <a:off x="11170456" y="969148"/>
            <a:ext cx="100584" cy="100584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858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38C17DA-981F-0BA8-3CD8-5ADAFFFB5412}"/>
              </a:ext>
            </a:extLst>
          </p:cNvPr>
          <p:cNvSpPr/>
          <p:nvPr userDrawn="1"/>
        </p:nvSpPr>
        <p:spPr>
          <a:xfrm>
            <a:off x="1876516" y="1290549"/>
            <a:ext cx="144379" cy="144379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  <a:alpha val="4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4848A31F-7C70-BCA2-A2B0-D6C41008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en-GB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9FED265-6FB8-0B0E-967A-10AF6EF77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en-GB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Graphic 12">
            <a:extLst>
              <a:ext uri="{FF2B5EF4-FFF2-40B4-BE49-F238E27FC236}">
                <a16:creationId xmlns:a16="http://schemas.microsoft.com/office/drawing/2014/main" id="{B7E94463-D34E-7B78-40B0-21660AE939E4}"/>
              </a:ext>
            </a:extLst>
          </p:cNvPr>
          <p:cNvSpPr/>
          <p:nvPr userDrawn="1"/>
        </p:nvSpPr>
        <p:spPr>
          <a:xfrm>
            <a:off x="688076" y="5192833"/>
            <a:ext cx="45719" cy="3778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0529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gradFill>
          <a:gsLst>
            <a:gs pos="82003">
              <a:schemeClr val="accent6"/>
            </a:gs>
            <a:gs pos="39982">
              <a:srgbClr val="020D13"/>
            </a:gs>
            <a:gs pos="14000">
              <a:schemeClr val="accent4">
                <a:lumMod val="50000"/>
              </a:schemeClr>
            </a:gs>
            <a:gs pos="0">
              <a:schemeClr val="accent4"/>
            </a:gs>
            <a:gs pos="98000">
              <a:schemeClr val="tx2"/>
            </a:gs>
          </a:gsLst>
          <a:lin ang="8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C32CE5E0-A271-3F02-95B0-2A27489DEF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</a:blip>
          <a:srcRect l="30375" t="11383" b="18991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effectLst>
            <a:outerShdw blurRad="50800" dist="50800" sx="1000" sy="1000" algn="ctr" rotWithShape="0">
              <a:srgbClr val="000000"/>
            </a:outerShdw>
            <a:reflection endPos="0" dist="50800" dir="5400000" sy="-100000" algn="bl" rotWithShape="0"/>
          </a:effectLst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4AEACF2-BE4A-08C5-F323-8ED695B39E0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CF52F7-0472-2EF4-1223-1785705A2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351" y="365125"/>
            <a:ext cx="10515600" cy="1325563"/>
          </a:xfrm>
        </p:spPr>
        <p:txBody>
          <a:bodyPr rtlCol="0">
            <a:noAutofit/>
          </a:bodyPr>
          <a:lstStyle>
            <a:lvl1pPr algn="ctr">
              <a:defRPr lang="en-GB" spc="0"/>
            </a:lvl1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2A5F4FEA-EFFD-2913-9734-00CA69A215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1494453" y="2057399"/>
            <a:ext cx="6430348" cy="3352163"/>
          </a:xfrm>
          <a:solidFill>
            <a:schemeClr val="bg2"/>
          </a:solidFill>
        </p:spPr>
        <p:txBody>
          <a:bodyPr rtlCol="0">
            <a:noAutofit/>
          </a:bodyPr>
          <a:lstStyle>
            <a:lvl1pPr>
              <a:defRPr lang="en-GB" sz="1800"/>
            </a:lvl1pPr>
            <a:lvl2pPr>
              <a:defRPr lang="en-GB" sz="1600"/>
            </a:lvl2pPr>
            <a:lvl3pPr>
              <a:defRPr lang="en-GB" sz="1400"/>
            </a:lvl3pPr>
            <a:lvl4pPr>
              <a:defRPr lang="en-GB" sz="1200"/>
            </a:lvl4pPr>
            <a:lvl5pPr>
              <a:defRPr lang="en-GB" sz="1200"/>
            </a:lvl5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B9156B9-9B42-6D12-4F4C-6DA6A98B333D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324850" y="2055812"/>
            <a:ext cx="2373313" cy="3353751"/>
          </a:xfrm>
          <a:solidFill>
            <a:schemeClr val="bg2"/>
          </a:solidFill>
        </p:spPr>
        <p:txBody>
          <a:bodyPr rtlCol="0" anchor="ctr">
            <a:noAutofit/>
          </a:bodyPr>
          <a:lstStyle>
            <a:lvl1pPr algn="ctr">
              <a:defRPr lang="en-GB" sz="1800">
                <a:solidFill>
                  <a:schemeClr val="tx1"/>
                </a:solidFill>
              </a:defRPr>
            </a:lvl1pPr>
          </a:lstStyle>
          <a:p>
            <a:pPr rtl="0"/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7" name="Graphic 15">
            <a:extLst>
              <a:ext uri="{FF2B5EF4-FFF2-40B4-BE49-F238E27FC236}">
                <a16:creationId xmlns:a16="http://schemas.microsoft.com/office/drawing/2014/main" id="{0F80B8C5-F10F-2547-E085-FA5D266DDF76}"/>
              </a:ext>
            </a:extLst>
          </p:cNvPr>
          <p:cNvSpPr/>
          <p:nvPr userDrawn="1"/>
        </p:nvSpPr>
        <p:spPr>
          <a:xfrm>
            <a:off x="1098137" y="2693558"/>
            <a:ext cx="128016" cy="128016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610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9" name="Graphic 12">
            <a:extLst>
              <a:ext uri="{FF2B5EF4-FFF2-40B4-BE49-F238E27FC236}">
                <a16:creationId xmlns:a16="http://schemas.microsoft.com/office/drawing/2014/main" id="{38898B79-1550-A6AC-FE9B-CBDD2DDE9EB0}"/>
              </a:ext>
            </a:extLst>
          </p:cNvPr>
          <p:cNvSpPr/>
          <p:nvPr userDrawn="1"/>
        </p:nvSpPr>
        <p:spPr>
          <a:xfrm>
            <a:off x="1225881" y="4503806"/>
            <a:ext cx="100584" cy="100584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89F2857-55B5-64B7-59A5-3B565E8D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en-GB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B702CC53-A6C1-26BA-DC75-CF9EF670E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en-GB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Graphic 15">
            <a:extLst>
              <a:ext uri="{FF2B5EF4-FFF2-40B4-BE49-F238E27FC236}">
                <a16:creationId xmlns:a16="http://schemas.microsoft.com/office/drawing/2014/main" id="{55D287F0-FA0C-5618-47B9-31AC978549CC}"/>
              </a:ext>
            </a:extLst>
          </p:cNvPr>
          <p:cNvSpPr/>
          <p:nvPr userDrawn="1"/>
        </p:nvSpPr>
        <p:spPr>
          <a:xfrm>
            <a:off x="11404163" y="4375790"/>
            <a:ext cx="128016" cy="128016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610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  <p:sp>
        <p:nvSpPr>
          <p:cNvPr id="17" name="Graphic 12">
            <a:extLst>
              <a:ext uri="{FF2B5EF4-FFF2-40B4-BE49-F238E27FC236}">
                <a16:creationId xmlns:a16="http://schemas.microsoft.com/office/drawing/2014/main" id="{437FDA18-E199-E2F6-264B-D9B6E241E574}"/>
              </a:ext>
            </a:extLst>
          </p:cNvPr>
          <p:cNvSpPr/>
          <p:nvPr userDrawn="1"/>
        </p:nvSpPr>
        <p:spPr>
          <a:xfrm>
            <a:off x="653351" y="5192833"/>
            <a:ext cx="45719" cy="3778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12227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BD0D7128-6130-EE47-90ED-D45A35B438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3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7000"/>
                    </a14:imgEffect>
                  </a14:imgLayer>
                </a14:imgProps>
              </a:ext>
            </a:extLst>
          </a:blip>
          <a:srcRect t="185" b="185"/>
          <a:stretch/>
        </p:blipFill>
        <p:spPr>
          <a:xfrm>
            <a:off x="-6228" y="3074"/>
            <a:ext cx="12192000" cy="6854926"/>
          </a:xfrm>
          <a:prstGeom prst="rect">
            <a:avLst/>
          </a:prstGeom>
        </p:spPr>
      </p:pic>
      <p:pic>
        <p:nvPicPr>
          <p:cNvPr id="6" name="Content Placeholder 14">
            <a:extLst>
              <a:ext uri="{FF2B5EF4-FFF2-40B4-BE49-F238E27FC236}">
                <a16:creationId xmlns:a16="http://schemas.microsoft.com/office/drawing/2014/main" id="{14AC0A97-7D79-3DBE-FB53-A9EBFD806E0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151" t="2692" r="49052" b="2173"/>
          <a:stretch/>
        </p:blipFill>
        <p:spPr>
          <a:xfrm>
            <a:off x="4459945" y="-6350"/>
            <a:ext cx="7732295" cy="685386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94206CF-1482-CF6D-D783-1BB21E6F679A}"/>
              </a:ext>
            </a:extLst>
          </p:cNvPr>
          <p:cNvSpPr/>
          <p:nvPr userDrawn="1"/>
        </p:nvSpPr>
        <p:spPr>
          <a:xfrm>
            <a:off x="5698" y="0"/>
            <a:ext cx="6085171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79405F-38DE-C05D-5E87-4D38F54C79B4}"/>
              </a:ext>
            </a:extLst>
          </p:cNvPr>
          <p:cNvCxnSpPr>
            <a:cxnSpLocks/>
          </p:cNvCxnSpPr>
          <p:nvPr userDrawn="1"/>
        </p:nvCxnSpPr>
        <p:spPr>
          <a:xfrm>
            <a:off x="-12590" y="3125038"/>
            <a:ext cx="480404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7C904D88-E1BE-F1FA-D405-F55DA966DA84}"/>
              </a:ext>
            </a:extLst>
          </p:cNvPr>
          <p:cNvSpPr/>
          <p:nvPr userDrawn="1"/>
        </p:nvSpPr>
        <p:spPr>
          <a:xfrm>
            <a:off x="705405" y="1144246"/>
            <a:ext cx="126770" cy="126770"/>
          </a:xfrm>
          <a:prstGeom prst="ellipse">
            <a:avLst/>
          </a:prstGeom>
          <a:noFill/>
          <a:ln>
            <a:solidFill>
              <a:schemeClr val="accent4">
                <a:lumMod val="60000"/>
                <a:lumOff val="40000"/>
                <a:alpha val="4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algn="ctr" rtl="0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6371" y="1562944"/>
            <a:ext cx="3767257" cy="1358678"/>
          </a:xfrm>
        </p:spPr>
        <p:txBody>
          <a:bodyPr rtlCol="0" anchor="b">
            <a:noAutofit/>
          </a:bodyPr>
          <a:lstStyle>
            <a:defPPr>
              <a:defRPr lang="en-GB"/>
            </a:defPPr>
          </a:lstStyle>
          <a:p>
            <a:pPr rtl="0"/>
            <a:r>
              <a:rPr lang="en-GB"/>
              <a:t>Click to edit title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04BA031E-69C2-025F-5A62-37A61D3D51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06371" y="3426703"/>
            <a:ext cx="3767257" cy="2616883"/>
          </a:xfrm>
        </p:spPr>
        <p:txBody>
          <a:bodyPr rtlCol="0">
            <a:noAutofit/>
          </a:bodyPr>
          <a:lstStyle>
            <a:lvl1pPr>
              <a:lnSpc>
                <a:spcPct val="100000"/>
              </a:lnSpc>
              <a:defRPr lang="en-GB" sz="160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en-GB"/>
              <a:t>Click to edit Master text styles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BA6CCC38-0DC7-93AB-5678-4FB88CE97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 rtlCol="0">
            <a:noAutofit/>
          </a:bodyPr>
          <a:lstStyle>
            <a:lvl1pPr algn="l">
              <a:defRPr lang="en-GB" sz="1200" spc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615ED02F-D1E1-9C00-BD42-A95D595EF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rtlCol="0">
            <a:noAutofit/>
          </a:bodyPr>
          <a:lstStyle>
            <a:lvl1pPr>
              <a:defRPr lang="en-GB" sz="1200">
                <a:solidFill>
                  <a:schemeClr val="bg1"/>
                </a:solidFill>
              </a:defRPr>
            </a:lvl1pPr>
          </a:lstStyle>
          <a:p>
            <a:pPr rtl="0"/>
            <a:fld id="{FE024F78-56A6-7740-B68D-8D4D026EDF3F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8" name="Graphic 12">
            <a:extLst>
              <a:ext uri="{FF2B5EF4-FFF2-40B4-BE49-F238E27FC236}">
                <a16:creationId xmlns:a16="http://schemas.microsoft.com/office/drawing/2014/main" id="{1D8F0816-C429-D32E-058B-33405874DFA7}"/>
              </a:ext>
            </a:extLst>
          </p:cNvPr>
          <p:cNvSpPr/>
          <p:nvPr userDrawn="1"/>
        </p:nvSpPr>
        <p:spPr>
          <a:xfrm>
            <a:off x="468157" y="1963496"/>
            <a:ext cx="45719" cy="37785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49071"/>
            </a:schemeClr>
          </a:solidFill>
          <a:ln w="42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en-GB"/>
            </a:defPPr>
          </a:lstStyle>
          <a:p>
            <a:pPr rt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n-GB"/>
            </a:defPPr>
          </a:lstStyle>
          <a:p>
            <a:pPr rtl="0"/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GB"/>
            </a:defPPr>
          </a:lstStyle>
          <a:p>
            <a:pPr lvl="0" rtl="0"/>
            <a:r>
              <a:rPr lang="en-GB"/>
              <a:t>Click to edit Master text styles</a:t>
            </a:r>
          </a:p>
          <a:p>
            <a:pPr lvl="1" rtl="0"/>
            <a:r>
              <a:rPr lang="en-GB"/>
              <a:t>Second level</a:t>
            </a:r>
          </a:p>
          <a:p>
            <a:pPr lvl="2" rtl="0"/>
            <a:r>
              <a:rPr lang="en-GB"/>
              <a:t>Third level</a:t>
            </a:r>
          </a:p>
          <a:p>
            <a:pPr lvl="3" rtl="0"/>
            <a:r>
              <a:rPr lang="en-GB"/>
              <a:t>Fourth level</a:t>
            </a:r>
          </a:p>
          <a:p>
            <a:pPr lvl="4" rtl="0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n-GB"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rtl="0"/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n-GB"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n-GB"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pPr rtl="0"/>
            <a:fld id="{FE024F78-56A6-7740-B68D-8D4D026EDF3F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61" r:id="rId2"/>
    <p:sldLayoutId id="2147483658" r:id="rId3"/>
    <p:sldLayoutId id="2147483664" r:id="rId4"/>
    <p:sldLayoutId id="2147483650" r:id="rId5"/>
    <p:sldLayoutId id="2147483666" r:id="rId6"/>
    <p:sldLayoutId id="2147483659" r:id="rId7"/>
    <p:sldLayoutId id="2147483660" r:id="rId8"/>
    <p:sldLayoutId id="2147483663" r:id="rId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4400" kern="120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GB"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en-GB"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en-GB"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en-GB"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lang="en-GB"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n-GB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m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Machine Learning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SPC FINDINGS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DDCA66-AFF2-6563-D886-02501959F7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Dean </a:t>
            </a:r>
            <a:r>
              <a:rPr lang="en-GB" dirty="0" err="1"/>
              <a:t>Foulds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4D137-BDD9-4677-6F03-9154B5900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F8822-1BDE-DECE-96F4-7AA6E8B3A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Introduction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8EE23C-040D-C027-D675-52C2DC2F7FA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Dean </a:t>
            </a:r>
            <a:r>
              <a:rPr lang="en-GB" dirty="0" err="1"/>
              <a:t>Foulds</a:t>
            </a:r>
            <a:r>
              <a:rPr lang="en-GB" dirty="0"/>
              <a:t> holds a </a:t>
            </a:r>
            <a:r>
              <a:rPr lang="en-GB" dirty="0" err="1"/>
              <a:t>Bsc</a:t>
            </a:r>
            <a:r>
              <a:rPr lang="en-GB" dirty="0"/>
              <a:t>(Hons) in mathematics physics from the Open University and a qualified pilot and engineer.</a:t>
            </a:r>
          </a:p>
          <a:p>
            <a:pPr rtl="0"/>
            <a:endParaRPr lang="en-GB" dirty="0"/>
          </a:p>
          <a:p>
            <a:pPr rtl="0"/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C9A952-CC57-F8BB-64FB-6A0F7DEA814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2491" y="3984393"/>
            <a:ext cx="6888665" cy="2241805"/>
          </a:xfrm>
        </p:spPr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10 years' experience machine learning</a:t>
            </a:r>
          </a:p>
          <a:p>
            <a:pPr rtl="0"/>
            <a:r>
              <a:rPr lang="en-GB" dirty="0"/>
              <a:t>College lecturer in Aeronautical Engineering and T-Level Engineering</a:t>
            </a:r>
          </a:p>
          <a:p>
            <a:pPr rtl="0"/>
            <a:r>
              <a:rPr lang="en-GB" dirty="0"/>
              <a:t>Currently employed as a quality engineer</a:t>
            </a:r>
          </a:p>
          <a:p>
            <a:pPr rtl="0"/>
            <a:endParaRPr lang="en-GB" dirty="0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63F26704-0A4C-7B05-5913-603686C03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86B25A5-E179-37C0-43C4-9970B10BF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FE024F78-56A6-7740-B68D-8D4D026EDF3F}" type="slidenum">
              <a:rPr lang="en-GB" smtClean="0"/>
              <a:pPr rtl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5490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2945C-94BA-AC11-295D-E4CACAC7E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Overview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A615C6-5B0E-9C55-4354-0FE24FAB35E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This study focused on whether machine learning can accurately predict failures from SPC analysis.</a:t>
            </a:r>
          </a:p>
          <a:p>
            <a:pPr rtl="0"/>
            <a:endParaRPr lang="en-GB" dirty="0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97F046A-7911-3E0E-7D88-A57CF0028A0A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Causes of amp failures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A63CC359-8A44-9313-ADA5-3E961D2CC84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Effects of failures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3DB2DABA-9EFA-FC6D-50D6-0493014B4A5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endParaRPr lang="en-GB" dirty="0"/>
          </a:p>
          <a:p>
            <a:pPr rtl="0"/>
            <a:r>
              <a:rPr lang="en-GB" dirty="0"/>
              <a:t>Predicting latent errors</a:t>
            </a:r>
          </a:p>
          <a:p>
            <a:pPr rtl="0"/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DD2A3633-9718-8A40-B15C-581BB873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F648E53-A674-2192-7737-52A353F09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FE024F78-56A6-7740-B68D-8D4D026EDF3F}" type="slidenum">
              <a:rPr lang="en-GB" smtClean="0"/>
              <a:pPr rtl="0"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841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FEC72-58E2-1B97-DDA6-628DFCBBA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Causes of amp failures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CE76A-8255-CCDE-9E27-EDF3F5B73F4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Tight Fibre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837F0-12C8-AED0-CCBA-DEE5E6CB61A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Pulled fibre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99B8E1-044C-B1DF-0949-80D67925F55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Poor routing</a:t>
            </a:r>
          </a:p>
          <a:p>
            <a:pPr rtl="0"/>
            <a:r>
              <a:rPr lang="en-GB" dirty="0"/>
              <a:t>Pressure from foam</a:t>
            </a:r>
          </a:p>
          <a:p>
            <a:pPr rtl="0"/>
            <a:r>
              <a:rPr lang="en-GB" dirty="0"/>
              <a:t>Too many fibres</a:t>
            </a:r>
          </a:p>
          <a:p>
            <a:pPr rtl="0"/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5568B5F-6318-65E2-CEDA-18DE9E9733E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Poor routing</a:t>
            </a:r>
          </a:p>
          <a:p>
            <a:pPr rtl="0"/>
            <a:r>
              <a:rPr lang="en-GB" dirty="0"/>
              <a:t>Issues during manufacture</a:t>
            </a:r>
          </a:p>
          <a:p>
            <a:pPr rtl="0"/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51A61E-D0BA-E69D-4187-64D7E6E9D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2ADF4-FCCD-5389-909C-60848BFEA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FE024F78-56A6-7740-B68D-8D4D026EDF3F}" type="slidenum">
              <a:rPr lang="en-GB" smtClean="0"/>
              <a:pPr rtl="0"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9025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1DEB00A-2030-7241-16B2-C12E2800F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SPC results – all amp tests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F815E7E-2D0E-28B3-AD37-FA56078C3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3640CD6-1CBD-4FBE-258B-28D1D8091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FE024F78-56A6-7740-B68D-8D4D026EDF3F}" type="slidenum">
              <a:rPr lang="en-GB" smtClean="0"/>
              <a:pPr rtl="0"/>
              <a:t>5</a:t>
            </a:fld>
            <a:endParaRPr lang="en-GB" dirty="0"/>
          </a:p>
        </p:txBody>
      </p:sp>
      <p:pic>
        <p:nvPicPr>
          <p:cNvPr id="5" name="Picture 4" descr="A graph with blue and red lines&#10;&#10;Description automatically generated">
            <a:extLst>
              <a:ext uri="{FF2B5EF4-FFF2-40B4-BE49-F238E27FC236}">
                <a16:creationId xmlns:a16="http://schemas.microsoft.com/office/drawing/2014/main" id="{C60B7566-9685-33D3-D019-5E882AA455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351" y="1422673"/>
            <a:ext cx="10120148" cy="4517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634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406190-3F98-BC9C-00F0-5C722F68C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Visualising the outliers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27D144-3B62-6741-0171-C42F3F8C1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565B12-7726-7162-0909-8EF2A2E12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6</a:t>
            </a:fld>
            <a:endParaRPr lang="en-GB" dirty="0"/>
          </a:p>
        </p:txBody>
      </p:sp>
      <p:pic>
        <p:nvPicPr>
          <p:cNvPr id="6" name="Content Placeholder 5" descr="A screen shot of a video game&#10;&#10;Description automatically generated">
            <a:extLst>
              <a:ext uri="{FF2B5EF4-FFF2-40B4-BE49-F238E27FC236}">
                <a16:creationId xmlns:a16="http://schemas.microsoft.com/office/drawing/2014/main" id="{21A98D91-2EEF-2C89-9E71-45CA9788A2DE}"/>
              </a:ext>
            </a:extLst>
          </p:cNvPr>
          <p:cNvPicPr>
            <a:picLocks noGrp="1" noChangeAspect="1"/>
          </p:cNvPicPr>
          <p:nvPr>
            <p:ph sz="quarter" idx="2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351" y="1528711"/>
            <a:ext cx="9860728" cy="440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402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4B60EAA-0A5D-0CE9-B005-1A8E48F1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Distribution analysis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97B873-8080-7B8F-C265-C08088905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68C5A6-BAA3-ED02-FA4E-2E7909EC2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7</a:t>
            </a:fld>
            <a:endParaRPr lang="en-GB" dirty="0"/>
          </a:p>
        </p:txBody>
      </p:sp>
      <p:pic>
        <p:nvPicPr>
          <p:cNvPr id="6" name="Content Placeholder 5" descr="A graph of a distribution plot&#10;&#10;Description automatically generated">
            <a:extLst>
              <a:ext uri="{FF2B5EF4-FFF2-40B4-BE49-F238E27FC236}">
                <a16:creationId xmlns:a16="http://schemas.microsoft.com/office/drawing/2014/main" id="{E6A8FD8C-2F03-2DE4-EEE8-04DC37E6CF75}"/>
              </a:ext>
            </a:extLst>
          </p:cNvPr>
          <p:cNvPicPr>
            <a:picLocks noGrp="1" noChangeAspect="1"/>
          </p:cNvPicPr>
          <p:nvPr>
            <p:ph sz="quarter" idx="2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932" y="1728338"/>
            <a:ext cx="7818136" cy="5084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15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5BB9A7D-2BAA-7AF2-1E98-8852E61FF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Outliers removed for better prediction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7A5588-7E28-D250-BAE1-C5FD37E9E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80985C-E084-B146-7F7E-4E1B8560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8</a:t>
            </a:fld>
            <a:endParaRPr lang="en-GB" dirty="0"/>
          </a:p>
        </p:txBody>
      </p:sp>
      <p:pic>
        <p:nvPicPr>
          <p:cNvPr id="6" name="Content Placeholder 5" descr="A blue cross with a white background&#10;&#10;Description automatically generated with medium confidence">
            <a:extLst>
              <a:ext uri="{FF2B5EF4-FFF2-40B4-BE49-F238E27FC236}">
                <a16:creationId xmlns:a16="http://schemas.microsoft.com/office/drawing/2014/main" id="{2CD6832A-CA9A-BD7D-1AB9-A925E75869D6}"/>
              </a:ext>
            </a:extLst>
          </p:cNvPr>
          <p:cNvPicPr>
            <a:picLocks noGrp="1" noChangeAspect="1"/>
          </p:cNvPicPr>
          <p:nvPr>
            <p:ph sz="quarter" idx="2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154" y="1690688"/>
            <a:ext cx="9986853" cy="445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5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6A92DB-FB45-B73A-ABA1-BEA85EFB3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SPC analysis with majority outliers removed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964465-33EB-2A42-02A6-86A127CB6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9D83D-3618-CFD5-5314-FCF71D13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9</a:t>
            </a:fld>
            <a:endParaRPr lang="en-GB" dirty="0"/>
          </a:p>
        </p:txBody>
      </p:sp>
      <p:pic>
        <p:nvPicPr>
          <p:cNvPr id="6" name="Content Placeholder 5" descr="A graph with red and blue lines&#10;&#10;Description automatically generated">
            <a:extLst>
              <a:ext uri="{FF2B5EF4-FFF2-40B4-BE49-F238E27FC236}">
                <a16:creationId xmlns:a16="http://schemas.microsoft.com/office/drawing/2014/main" id="{D72F8A1E-7CDF-92E3-9C90-390B4784B85E}"/>
              </a:ext>
            </a:extLst>
          </p:cNvPr>
          <p:cNvPicPr>
            <a:picLocks noGrp="1" noChangeAspect="1"/>
          </p:cNvPicPr>
          <p:nvPr>
            <p:ph sz="quarter" idx="2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313" y="1928104"/>
            <a:ext cx="10493375" cy="4684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2653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CAC7F52-4157-5493-AC00-085E16CB2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Logistic Regression analysis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EAC89-B1BE-6347-8F02-2D9CD6B30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55FF91-2AE0-082D-D3DA-9F6DE23C6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10</a:t>
            </a:fld>
            <a:endParaRPr lang="en-GB" dirty="0"/>
          </a:p>
        </p:txBody>
      </p:sp>
      <p:pic>
        <p:nvPicPr>
          <p:cNvPr id="6" name="Content Placeholder 5" descr="A graph with blue dots&#10;&#10;Description automatically generated">
            <a:extLst>
              <a:ext uri="{FF2B5EF4-FFF2-40B4-BE49-F238E27FC236}">
                <a16:creationId xmlns:a16="http://schemas.microsoft.com/office/drawing/2014/main" id="{245D07E1-E837-D012-614E-70CB5CBA3802}"/>
              </a:ext>
            </a:extLst>
          </p:cNvPr>
          <p:cNvPicPr>
            <a:picLocks noGrp="1" noChangeAspect="1"/>
          </p:cNvPicPr>
          <p:nvPr>
            <p:ph sz="quarter" idx="2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3823" y="1400974"/>
            <a:ext cx="4904354" cy="479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351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AF3FAAE-E2DA-9904-F5CF-779EFE405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 Lazy Regressor results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C800E8-4126-34D6-2AA2-9156897F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84230B-CFAD-44D2-516B-184C5B283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11</a:t>
            </a:fld>
            <a:endParaRPr lang="en-GB" dirty="0"/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9884A4DF-CC16-19AE-3A1D-E0D017F7DAD7}"/>
              </a:ext>
            </a:extLst>
          </p:cNvPr>
          <p:cNvPicPr>
            <a:picLocks noGrp="1" noChangeAspect="1"/>
          </p:cNvPicPr>
          <p:nvPr>
            <p:ph sz="quarter" idx="2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63" t="23572"/>
          <a:stretch/>
        </p:blipFill>
        <p:spPr>
          <a:xfrm>
            <a:off x="1714573" y="1682750"/>
            <a:ext cx="8762855" cy="517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774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9636179-93B5-E024-ED1B-82EE14749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 predictions based on LCL and UCL labels using </a:t>
            </a:r>
            <a:r>
              <a:rPr lang="en-GB" dirty="0" err="1"/>
              <a:t>XGBoost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E4FCF6-9EC8-FC64-0068-CB2259F01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EC8C33-2301-FE2A-B6A0-70124DA00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12</a:t>
            </a:fld>
            <a:endParaRPr lang="en-GB" dirty="0"/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D5B3C929-E419-A1AC-6C86-B7A6EE09AB01}"/>
              </a:ext>
            </a:extLst>
          </p:cNvPr>
          <p:cNvPicPr>
            <a:picLocks noGrp="1" noChangeAspect="1"/>
          </p:cNvPicPr>
          <p:nvPr>
            <p:ph sz="quarter" idx="2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09" t="32024" r="851" b="8690"/>
          <a:stretch/>
        </p:blipFill>
        <p:spPr>
          <a:xfrm>
            <a:off x="849351" y="1601161"/>
            <a:ext cx="10248453" cy="4725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523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C4DF5C-D05B-7DC2-F496-CBE3DC2DC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Zoomed in version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D003A8-1839-7CA5-5BEB-B985B82ED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A53562-03E7-8BEE-6E4B-9FBBD91D0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13</a:t>
            </a:fld>
            <a:endParaRPr lang="en-GB" dirty="0"/>
          </a:p>
        </p:txBody>
      </p:sp>
      <p:pic>
        <p:nvPicPr>
          <p:cNvPr id="6" name="Content Placeholder 5" descr="A graph with blue and red lines&#10;&#10;Description automatically generated">
            <a:extLst>
              <a:ext uri="{FF2B5EF4-FFF2-40B4-BE49-F238E27FC236}">
                <a16:creationId xmlns:a16="http://schemas.microsoft.com/office/drawing/2014/main" id="{AFAA7076-6289-DECD-3B98-2F1D556D4DC2}"/>
              </a:ext>
            </a:extLst>
          </p:cNvPr>
          <p:cNvPicPr>
            <a:picLocks noGrp="1" noChangeAspect="1"/>
          </p:cNvPicPr>
          <p:nvPr>
            <p:ph sz="quarter" idx="2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422" y="1399979"/>
            <a:ext cx="10829507" cy="483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55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78B6A01-5CD0-C080-08DE-E8C976F2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351" y="132676"/>
            <a:ext cx="10515600" cy="1325563"/>
          </a:xfrm>
        </p:spPr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Adding pass/fail criteria as 1 or 0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8D1BD37-545A-1D24-D478-AF2596765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8AF1A45-96E7-8AE8-20C9-11D4E158F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FE024F78-56A6-7740-B68D-8D4D026EDF3F}" type="slidenum">
              <a:rPr lang="en-GB" smtClean="0"/>
              <a:pPr rtl="0"/>
              <a:t>14</a:t>
            </a:fld>
            <a:endParaRPr lang="en-GB" dirty="0"/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D70C6099-F4BD-1264-1979-7BB1B6867E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456" t="27949" r="27060" b="4056"/>
          <a:stretch/>
        </p:blipFill>
        <p:spPr>
          <a:xfrm>
            <a:off x="336405" y="1345325"/>
            <a:ext cx="5665002" cy="4717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6455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graph showing 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E76469B6-57DA-EF57-1067-BC7855D2410A}"/>
              </a:ext>
            </a:extLst>
          </p:cNvPr>
          <p:cNvPicPr>
            <a:picLocks noGrp="1" noChangeAspect="1"/>
          </p:cNvPicPr>
          <p:nvPr>
            <p:ph sz="quarter" idx="24"/>
          </p:nvPr>
        </p:nvPicPr>
        <p:blipFill>
          <a:blip r:embed="rId2"/>
          <a:stretch>
            <a:fillRect/>
          </a:stretch>
        </p:blipFill>
        <p:spPr>
          <a:xfrm>
            <a:off x="428898" y="1408137"/>
            <a:ext cx="10515599" cy="4694464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F4A3599-AD66-C2C9-637C-10C7498AA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 predictions using SVR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3889AE-3057-47A9-83AE-84B09D2E5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6EF9DC-F2A7-0275-A748-F740E10AE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38191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graph with blue lines and red lines&#10;&#10;Description automatically generated">
            <a:extLst>
              <a:ext uri="{FF2B5EF4-FFF2-40B4-BE49-F238E27FC236}">
                <a16:creationId xmlns:a16="http://schemas.microsoft.com/office/drawing/2014/main" id="{1109CF4A-B731-CEC6-A176-9DE285724894}"/>
              </a:ext>
            </a:extLst>
          </p:cNvPr>
          <p:cNvPicPr>
            <a:picLocks noGrp="1" noChangeAspect="1"/>
          </p:cNvPicPr>
          <p:nvPr>
            <p:ph sz="quarter" idx="24"/>
          </p:nvPr>
        </p:nvPicPr>
        <p:blipFill>
          <a:blip r:embed="rId2"/>
          <a:stretch>
            <a:fillRect/>
          </a:stretch>
        </p:blipFill>
        <p:spPr>
          <a:xfrm>
            <a:off x="849313" y="1303033"/>
            <a:ext cx="10515600" cy="4694464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1F5369E9-79C6-FFC9-A879-0CAA69C87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Zoomed in version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A872A-5C13-A6FE-749D-A339EACBE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31BF0-7649-3B1B-0F6D-F97D912B8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0972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graph showing a number of data&#10;&#10;Description automatically generated with medium confidence">
            <a:extLst>
              <a:ext uri="{FF2B5EF4-FFF2-40B4-BE49-F238E27FC236}">
                <a16:creationId xmlns:a16="http://schemas.microsoft.com/office/drawing/2014/main" id="{F32741D1-4649-F3DB-2FDC-A6F2EF54055A}"/>
              </a:ext>
            </a:extLst>
          </p:cNvPr>
          <p:cNvPicPr>
            <a:picLocks noGrp="1" noChangeAspect="1"/>
          </p:cNvPicPr>
          <p:nvPr>
            <p:ph sz="quarter" idx="24"/>
          </p:nvPr>
        </p:nvPicPr>
        <p:blipFill>
          <a:blip r:embed="rId2"/>
          <a:stretch>
            <a:fillRect/>
          </a:stretch>
        </p:blipFill>
        <p:spPr>
          <a:xfrm>
            <a:off x="1441837" y="1666380"/>
            <a:ext cx="9308326" cy="41555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204B0BF-9BEC-82F0-2A56-E55591284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First prediction based on a set of known limits [41.523, 41.723, 0]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5AF92-94F2-D6E3-68C8-E7C4189C5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GB"/>
              <a:t>Scientific findings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ED9A73-CF7C-8229-8A17-8939CC34F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E024F78-56A6-7740-B68D-8D4D026EDF3F}" type="slidenum">
              <a:rPr lang="en-GB" smtClean="0"/>
              <a:pPr rtl="0"/>
              <a:t>17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C5E18-F10E-3A5D-51C7-AB2166E66EFD}"/>
              </a:ext>
            </a:extLst>
          </p:cNvPr>
          <p:cNvSpPr txBox="1"/>
          <p:nvPr/>
        </p:nvSpPr>
        <p:spPr>
          <a:xfrm>
            <a:off x="1977656" y="5852566"/>
            <a:ext cx="980699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dirty="0">
                <a:solidFill>
                  <a:schemeClr val="bg1"/>
                </a:solidFill>
                <a:latin typeface="+mj-lt"/>
                <a:ea typeface="+mj-ea"/>
                <a:cs typeface="Biome" panose="020B0503030204020804" pitchFamily="34" charset="0"/>
              </a:rPr>
              <a:t>Predicted Result: [42.04383678]</a:t>
            </a:r>
            <a:r>
              <a:rPr lang="en-GB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15377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79E75-B9FE-CF36-3664-1AB293ED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47B4A-0538-FAD8-7A24-931BA48AE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 dirty="0"/>
              <a:t>Dean </a:t>
            </a:r>
            <a:r>
              <a:rPr lang="en-GB" dirty="0" err="1"/>
              <a:t>Foulds</a:t>
            </a:r>
            <a:endParaRPr lang="en-GB" dirty="0"/>
          </a:p>
          <a:p>
            <a:pPr rtl="0"/>
            <a:r>
              <a:rPr lang="en-GB" dirty="0"/>
              <a:t>dean.foulds@asn.com</a:t>
            </a:r>
          </a:p>
          <a:p>
            <a:pPr rtl="0"/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2A5A3-7F4E-23A2-DAD7-C562FEDBB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r>
              <a:rPr lang="en-GB"/>
              <a:t>Scientific findings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E7D8D8-4772-1C08-69BB-F391F0D65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en-GB"/>
            </a:defPPr>
          </a:lstStyle>
          <a:p>
            <a:pPr rtl="0"/>
            <a:fld id="{FE024F78-56A6-7740-B68D-8D4D026EDF3F}" type="slidenum">
              <a:rPr lang="en-GB" smtClean="0"/>
              <a:pPr rtl="0"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002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6774621_TF11936837_Win32" id="{6FE25588-2BEE-489B-94A5-B1411D9D03CB}" vid="{0FF049F1-5D48-447F-9C87-2D2E007BA3B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D9DD645B-D823-4D85-A8AC-AFAC8212B2F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44BFB8-0B48-48D5-A0BA-9317960E8F6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6D7367-F508-4F80-B02C-79260B72660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{36E26B7B-A236-453A-9F71-E06E9C6AB283}tf11936837_win32</Template>
  <TotalTime>4445</TotalTime>
  <Words>245</Words>
  <Application>Microsoft Office PowerPoint</Application>
  <PresentationFormat>Widescreen</PresentationFormat>
  <Paragraphs>80</Paragraphs>
  <Slides>18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Arial Nova</vt:lpstr>
      <vt:lpstr>Biome</vt:lpstr>
      <vt:lpstr>Biome Light</vt:lpstr>
      <vt:lpstr>Calibri</vt:lpstr>
      <vt:lpstr>Segoe UI</vt:lpstr>
      <vt:lpstr>Office Theme</vt:lpstr>
      <vt:lpstr>Machine Learning</vt:lpstr>
      <vt:lpstr>Introduction</vt:lpstr>
      <vt:lpstr>Overview</vt:lpstr>
      <vt:lpstr>Causes of amp failures</vt:lpstr>
      <vt:lpstr>SPC results – all amp tests</vt:lpstr>
      <vt:lpstr>Visualising the outliers</vt:lpstr>
      <vt:lpstr>Distribution analysis</vt:lpstr>
      <vt:lpstr>Outliers removed for better prediction</vt:lpstr>
      <vt:lpstr>SPC analysis with majority outliers removed</vt:lpstr>
      <vt:lpstr>Logistic Regression analysis</vt:lpstr>
      <vt:lpstr>Initial Lazy Regressor results</vt:lpstr>
      <vt:lpstr>Initial predictions based on LCL and UCL labels using XGBoost</vt:lpstr>
      <vt:lpstr>Zoomed in version</vt:lpstr>
      <vt:lpstr>Adding pass/fail criteria as 1 or 0</vt:lpstr>
      <vt:lpstr>Initial predictions using SVR</vt:lpstr>
      <vt:lpstr>Zoomed in version</vt:lpstr>
      <vt:lpstr>First prediction based on a set of known limits [41.523, 41.723, 0]</vt:lpstr>
      <vt:lpstr>Thank you</vt:lpstr>
    </vt:vector>
  </TitlesOfParts>
  <Company>ASN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</dc:title>
  <dc:creator>Dean FOULDS</dc:creator>
  <cp:lastModifiedBy>Dean FOULDS</cp:lastModifiedBy>
  <cp:revision>5</cp:revision>
  <dcterms:created xsi:type="dcterms:W3CDTF">2024-02-16T09:32:54Z</dcterms:created>
  <dcterms:modified xsi:type="dcterms:W3CDTF">2024-02-19T15:50:34Z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